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9" r:id="rId6"/>
    <p:sldId id="270" r:id="rId7"/>
    <p:sldId id="271" r:id="rId8"/>
    <p:sldId id="272" r:id="rId9"/>
    <p:sldId id="275" r:id="rId10"/>
    <p:sldId id="276" r:id="rId11"/>
    <p:sldId id="273" r:id="rId12"/>
    <p:sldId id="277" r:id="rId13"/>
    <p:sldId id="262" r:id="rId14"/>
    <p:sldId id="268" r:id="rId15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9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41BB0-4897-48CC-8EC5-F9DA82F383BE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6BABC-7EAB-4FD8-AB56-DD3D098BAC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7710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B230-5526-4408-9234-66F8A1EB23B3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4019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5663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6413E-1781-49E4-B5B5-DF3016F76767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436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1CE4-3AE4-49B6-9F50-AB5F87F31274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3384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BC85-6679-4B0A-BC58-0A99CE1B29DE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506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6AFC-2606-4685-8C54-0A178173850A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0800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F48C1-1309-4D9A-ABAF-B8296A6A9BB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791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7527C-EFF2-43F9-8E52-96D9F1B3931C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3076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4A0A9-34D0-4C62-9C5E-A076F273D0CC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284735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0ECD6-410B-4FF1-9407-D5FA6D5B05AF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4842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F8D-E502-42CB-ADBD-0D736E73FA39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0554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AD51C-C4FB-4B69-9C84-8B4CA79584A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8876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9463" y="1750348"/>
            <a:ext cx="9144000" cy="1176066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&lt;&lt;Project Title&gt;&gt;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4286" y="4705457"/>
            <a:ext cx="2290354" cy="1843722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</a:p>
          <a:p>
            <a:pPr marL="457200" indent="-457200" algn="l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USN – Name</a:t>
            </a:r>
          </a:p>
          <a:p>
            <a:pPr algn="l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8666" t="25628" r="9668" b="17165"/>
          <a:stretch/>
        </p:blipFill>
        <p:spPr>
          <a:xfrm>
            <a:off x="409303" y="156754"/>
            <a:ext cx="2560320" cy="806145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8316686" y="4705457"/>
            <a:ext cx="2516777" cy="1747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pPr algn="l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&lt;&lt;Faculty Name&gt;&gt;</a:t>
            </a:r>
          </a:p>
          <a:p>
            <a:pPr algn="l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&lt;&lt;Designation&gt;&gt;</a:t>
            </a:r>
          </a:p>
          <a:p>
            <a:pPr algn="l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&lt;&lt;Department&gt;&gt;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33303" y="374545"/>
            <a:ext cx="102586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Project </a:t>
            </a:r>
            <a:r>
              <a:rPr lang="en-IN" dirty="0" smtClean="0"/>
              <a:t>Work-1  </a:t>
            </a:r>
            <a:r>
              <a:rPr lang="en-IN" dirty="0" smtClean="0"/>
              <a:t>- Final Presentation</a:t>
            </a:r>
          </a:p>
          <a:p>
            <a:pPr algn="ctr"/>
            <a:endParaRPr lang="en-IN" dirty="0" smtClean="0"/>
          </a:p>
          <a:p>
            <a:pPr algn="ctr"/>
            <a:r>
              <a:rPr lang="en-IN" sz="2800" b="1" dirty="0" smtClean="0"/>
              <a:t>Department of Computer Science and Engineering </a:t>
            </a:r>
            <a:endParaRPr lang="en-IN" sz="2800" b="1" dirty="0"/>
          </a:p>
        </p:txBody>
      </p:sp>
    </p:spTree>
    <p:extLst>
      <p:ext uri="{BB962C8B-B14F-4D97-AF65-F5344CB8AC3E}">
        <p14:creationId xmlns="" xmlns:p14="http://schemas.microsoft.com/office/powerpoint/2010/main" val="399721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133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00696"/>
            <a:ext cx="11101251" cy="477626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– ( High level design and low level design)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conclusion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 on your work paper publication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29C1-B8B8-4C95-8B2A-DC5438CB7B9F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4711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034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4597"/>
            <a:ext cx="11083834" cy="4782366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 the big picture of your work in What, Why and How.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motivation behind the project idea and how you are solving it.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D392-E6CE-4A78-BADB-DF5474926C0B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9924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451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12014"/>
            <a:ext cx="11092543" cy="4764949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Discuss the research gap and your proposed methodology to address it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F1CE-A9C6-4B58-A04D-A09FA4166965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236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Mention 3</a:t>
            </a:r>
            <a:r>
              <a:rPr lang="en-US" baseline="30000" dirty="0" smtClean="0"/>
              <a:t>rd</a:t>
            </a:r>
            <a:r>
              <a:rPr lang="en-US" dirty="0" smtClean="0"/>
              <a:t> </a:t>
            </a:r>
            <a:r>
              <a:rPr lang="en-US" dirty="0" err="1" smtClean="0"/>
              <a:t>sem</a:t>
            </a:r>
            <a:r>
              <a:rPr lang="en-US" dirty="0" smtClean="0"/>
              <a:t> objectives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Discussion of minimum 20 papers or as per guides suggestion </a:t>
            </a:r>
          </a:p>
          <a:p>
            <a:r>
              <a:rPr lang="en-US" dirty="0" smtClean="0"/>
              <a:t>Give the comparative analysis of papers in terms of various comparison parameters</a:t>
            </a:r>
          </a:p>
          <a:p>
            <a:r>
              <a:rPr lang="en-US" dirty="0" smtClean="0"/>
              <a:t>Give details of paper submission/publication details related to the project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 Specifications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Discuss the following</a:t>
            </a:r>
          </a:p>
          <a:p>
            <a:pPr lvl="1"/>
            <a:r>
              <a:rPr lang="en-US" dirty="0" smtClean="0"/>
              <a:t>Functional requirements</a:t>
            </a:r>
          </a:p>
          <a:p>
            <a:pPr lvl="1"/>
            <a:r>
              <a:rPr lang="en-US" dirty="0" smtClean="0"/>
              <a:t>Non- functional requirements </a:t>
            </a:r>
          </a:p>
          <a:p>
            <a:pPr lvl="1"/>
            <a:r>
              <a:rPr lang="en-US" dirty="0" smtClean="0"/>
              <a:t>Use case diagram and discussion of use cases for functional requirements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screenshot or steps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( High level design and low level design)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Status on Paper Publication process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702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4265"/>
            <a:ext cx="11066417" cy="4712698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 the works referred in APA Citation style.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90A33-6B12-430D-AE68-862356A20E7F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463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3776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2B6C-1E6F-4878-8BCA-4FE1E22A9381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Computer Science and Engineering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2809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291</Words>
  <Application>Microsoft Office PowerPoint</Application>
  <PresentationFormat>Custom</PresentationFormat>
  <Paragraphs>88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&lt;&lt;Project Title&gt;&gt;</vt:lpstr>
      <vt:lpstr>Agenda</vt:lpstr>
      <vt:lpstr>Introduction</vt:lpstr>
      <vt:lpstr>Problem Formulation</vt:lpstr>
      <vt:lpstr>Project Objectives</vt:lpstr>
      <vt:lpstr>Literature survey </vt:lpstr>
      <vt:lpstr>Software Requirement Specifications </vt:lpstr>
      <vt:lpstr>Development Environment </vt:lpstr>
      <vt:lpstr>Software design – ( High level design and low level design)</vt:lpstr>
      <vt:lpstr>Implementation details</vt:lpstr>
      <vt:lpstr>Results and conclusion </vt:lpstr>
      <vt:lpstr>Status on Paper Publication process </vt:lpstr>
      <vt:lpstr>References</vt:lpstr>
      <vt:lpstr>Thank 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&lt;&lt;Project Title&gt;&gt;</dc:title>
  <dc:creator>PC-PS</dc:creator>
  <cp:lastModifiedBy>Admin</cp:lastModifiedBy>
  <cp:revision>31</cp:revision>
  <dcterms:created xsi:type="dcterms:W3CDTF">2021-06-26T05:03:30Z</dcterms:created>
  <dcterms:modified xsi:type="dcterms:W3CDTF">2024-01-30T07:58:45Z</dcterms:modified>
</cp:coreProperties>
</file>